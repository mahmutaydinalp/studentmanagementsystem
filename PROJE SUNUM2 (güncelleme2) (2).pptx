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UT AYDINALP" userId="d094ff1f-f969-4b51-ab80-be1c10bc4113" providerId="ADAL" clId="{77FFC8E1-3FF9-4BB9-9D56-B84613B4F3AA}"/>
    <pc:docChg chg="modSld">
      <pc:chgData name="MAHMUT AYDINALP" userId="d094ff1f-f969-4b51-ab80-be1c10bc4113" providerId="ADAL" clId="{77FFC8E1-3FF9-4BB9-9D56-B84613B4F3AA}" dt="2024-12-23T20:05:45.685" v="3" actId="14100"/>
      <pc:docMkLst>
        <pc:docMk/>
      </pc:docMkLst>
      <pc:sldChg chg="addSp delSp modSp mod">
        <pc:chgData name="MAHMUT AYDINALP" userId="d094ff1f-f969-4b51-ab80-be1c10bc4113" providerId="ADAL" clId="{77FFC8E1-3FF9-4BB9-9D56-B84613B4F3AA}" dt="2024-12-23T20:05:45.685" v="3" actId="14100"/>
        <pc:sldMkLst>
          <pc:docMk/>
          <pc:sldMk cId="2832590756" sldId="265"/>
        </pc:sldMkLst>
        <pc:spChg chg="del">
          <ac:chgData name="MAHMUT AYDINALP" userId="d094ff1f-f969-4b51-ab80-be1c10bc4113" providerId="ADAL" clId="{77FFC8E1-3FF9-4BB9-9D56-B84613B4F3AA}" dt="2024-12-23T20:05:37.806" v="0" actId="22"/>
          <ac:spMkLst>
            <pc:docMk/>
            <pc:sldMk cId="2832590756" sldId="265"/>
            <ac:spMk id="3" creationId="{5C6B4669-46FC-4E5F-B0E8-0117234B7517}"/>
          </ac:spMkLst>
        </pc:spChg>
        <pc:picChg chg="add mod ord">
          <ac:chgData name="MAHMUT AYDINALP" userId="d094ff1f-f969-4b51-ab80-be1c10bc4113" providerId="ADAL" clId="{77FFC8E1-3FF9-4BB9-9D56-B84613B4F3AA}" dt="2024-12-23T20:05:45.685" v="3" actId="14100"/>
          <ac:picMkLst>
            <pc:docMk/>
            <pc:sldMk cId="2832590756" sldId="265"/>
            <ac:picMk id="5" creationId="{0886F750-E5AC-1713-5D1F-333B8E03C6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2074E-F80B-D37C-61E8-74A2E1857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2E3B3C9-79F0-01D9-D466-19B853CAD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7E2430-5FFF-CC81-DB8A-AC95F3B7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524047-F7EE-EB4E-1418-1F45B2A9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EEA447-A845-7F75-C1E4-E4583F71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771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BDB24B-5C4E-EC6A-A2E2-01DD572D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5F78D1-FCAE-D13C-5C09-382724F0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302DE8-C918-2A72-81B8-3F7FA90C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4063BD-88C6-1494-F986-27D1113E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AC43C7-8C5E-BECE-F1ED-84A50E74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973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69FF43-8EA9-F88B-4DAF-EEC68F9D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B5A8423-11D5-6D91-663A-64465030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7E099-8162-26C8-FB4B-02E740CA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B85A88-7754-8253-FA6B-3B85A931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BCD181-7024-EE4E-F670-20F268D6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7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D75EDF-E2FF-1D1A-DA5F-2F165FC9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58502-8F8D-6562-DA7D-645775914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6CB684A-8C8C-480F-563B-49A734D9D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DB2BB05-0B6B-3BA9-739C-6EC95EEF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AA698AF-0C81-184E-FF69-1C669CA3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EFB700-831F-77A2-4980-5277811A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9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A7B90C-3A06-3044-64FE-FA40A0E4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EF3E674-9345-36DD-635A-864EE646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C0A94B-AA5B-75FE-CF44-38AEB431D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D977C41-B014-CFCD-783D-7CB45FCA2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020DDA9-E317-67F1-5C2A-7462BE5EE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C59307C-8942-77C9-F1C1-F806C140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71B7E61-EE28-0C7F-1600-70F97F01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5D3534-3AD3-3998-130E-55A35E49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4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DE7E3C-C4C0-281D-AD6B-57B9A6E0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C9DDC35-8F91-F7C4-73AF-414D0932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8875BAD-58FF-A4D2-E054-1904F580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40A854F-A55C-0099-55B6-51DFC6DB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534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463D65B-3A32-B337-CD33-6708EDFE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4CDF0CD-D039-92F6-4B77-260097F4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FB76741-20A1-EFF2-DC17-48875AF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922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98519-93E6-23EA-D1BF-CC0FBDA7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74ADF2-0F50-9682-DC80-727C4742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5E230EB-5E27-4535-8A54-482D6469C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6D08A2-96AF-6975-59F5-A8B445A7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656D33-9CB0-F1F0-381C-4E9A6A08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1B30453-8F0A-E79E-4F43-0CF24F5F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128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A72E58-6A04-2F02-3C30-7F486D96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ED21E4B-FDB1-6507-E329-81F27C3C8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78641D5-A0B3-DF7D-A543-E33678AF0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A4A25BA-2BB6-501A-64EC-E4B87DE0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EB81382-B833-5FCA-2E16-E6DA1C45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DE7BCD-5EF0-4D86-6802-D0DFAB5E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5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F155C6-0A31-D5A1-D1F3-6F1E6D14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E00983B-E52B-EDC9-F94B-A84B7A7CA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F55300-5100-2C7B-BD95-B78924F2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0F560F2-351C-74EE-9392-5F6DECB7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EAA694E-1A3A-8934-08EB-0E4B30C6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78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114F566-7816-FE67-EDF3-2056F359F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8457483-5F39-3867-98DB-F20DFC100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73EBCB-07F5-6924-B27D-D824D895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CC269C-E5DC-F1EA-E077-97D1EEE5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78C4EE2-24FC-2ADD-6FA8-D23C3B93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943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D66661C-F280-877D-E46D-9F50B5E5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718A675-292A-7358-B692-DD3DE467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DE2F9F-563A-EF7B-EE15-73C04C1A5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1F8EA7-FDF5-2FEC-075E-8BDD9F72E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A0F296-C1AF-5B21-CF51-C199B3A9C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254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2B14A0-DDE2-06FD-1BEC-E7EF7B18B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Öğrenci Akademisyen Yönetim Sistemi Sunumu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D6E73AE-0C74-B7CE-C110-E0916C431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750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F650F1B-8F28-F4F1-DF32-76216C2B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02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5EF22F-81F7-C4B7-CCD2-5B3A016D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E6D8AC7-6E22-3B9D-F8B2-042D3B14DA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1" y="1885278"/>
            <a:ext cx="10636280" cy="4678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 (Öğrenciler)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 akademisyene bağlıdır.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birden fazla                                               ders seçebilir.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Academicians (Akademisyenler)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ders verebilir.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öğrenciye danışmanlık yapabilir.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Users (Kullanıcılar)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(Opsiyonel)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Sistem içindeki tüm kullanıcılar (öğrenciler ve akademisyenler) için temel giriş bilgilerini içerir. Diğer tablolarla dolaylı bir ilişki kurulabilir.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36A3EE-C3F5-31E2-95FA-056E4D3B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C3CA43-ED02-7DD9-3B65-C4A68ED5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1" y="1885279"/>
            <a:ext cx="10719710" cy="4116276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Courses (Dersler)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 akademisyen tarafından verilir.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birden fazla öğrenci tarafından seçilebilir.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StudentSelectedCourses (Seçilen 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öğrenciye aittir.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derse aittir.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453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8E1314A-29E5-C57C-6E1A-F74675B2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 –Giriş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FF7A200-5B7B-A923-D8A1-AB4AE806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059920" cy="5267260"/>
          </a:xfrm>
        </p:spPr>
      </p:pic>
    </p:spTree>
    <p:extLst>
      <p:ext uri="{BB962C8B-B14F-4D97-AF65-F5344CB8AC3E}">
        <p14:creationId xmlns:p14="http://schemas.microsoft.com/office/powerpoint/2010/main" val="220926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30FEDC-46BE-5E2E-BEBE-C34943E3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Giriş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C566D0-C00A-1718-F5C5-2A0AB3CD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>
                <a:cs typeface="Angsana New" panose="020B0502040204020203" pitchFamily="18" charset="-34"/>
              </a:rPr>
              <a:t>Giriş ekranında kullanıcı öğrenci veya akademisyen olduğunu ilgili </a:t>
            </a:r>
            <a:r>
              <a:rPr lang="tr-TR" dirty="0" err="1">
                <a:cs typeface="Angsana New" panose="020B0502040204020203" pitchFamily="18" charset="-34"/>
              </a:rPr>
              <a:t>resime</a:t>
            </a:r>
            <a:r>
              <a:rPr lang="tr-TR" dirty="0">
                <a:cs typeface="Angsana New" panose="020B0502040204020203" pitchFamily="18" charset="-34"/>
              </a:rPr>
              <a:t> tıklayıp seçiyor ardından  </a:t>
            </a:r>
            <a:r>
              <a:rPr lang="tr-TR" dirty="0" err="1">
                <a:cs typeface="Angsana New" panose="020B0502040204020203" pitchFamily="18" charset="-34"/>
              </a:rPr>
              <a:t>input</a:t>
            </a:r>
            <a:r>
              <a:rPr lang="tr-TR" dirty="0">
                <a:cs typeface="Angsana New" panose="020B0502040204020203" pitchFamily="18" charset="-34"/>
              </a:rPr>
              <a:t> kısımlarına gerekli ID ve şifre girdikten sonra ‘Giriş Yap’ butonuna tıkladıktan sonra sisteme giriş yapabiliyor</a:t>
            </a:r>
          </a:p>
        </p:txBody>
      </p:sp>
    </p:spTree>
    <p:extLst>
      <p:ext uri="{BB962C8B-B14F-4D97-AF65-F5344CB8AC3E}">
        <p14:creationId xmlns:p14="http://schemas.microsoft.com/office/powerpoint/2010/main" val="127098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F03284-2F44-6AD4-D404-B05A193F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-Öğrenci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2909274-1B75-D592-04BB-EB4F903FD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90741"/>
            <a:ext cx="12621766" cy="5267259"/>
          </a:xfrm>
        </p:spPr>
      </p:pic>
    </p:spTree>
    <p:extLst>
      <p:ext uri="{BB962C8B-B14F-4D97-AF65-F5344CB8AC3E}">
        <p14:creationId xmlns:p14="http://schemas.microsoft.com/office/powerpoint/2010/main" val="305405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9C9F43-2193-F0D1-249C-EC2A0DA4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Ögrenci</a:t>
            </a:r>
            <a:r>
              <a:rPr lang="tr-TR" dirty="0">
                <a:solidFill>
                  <a:srgbClr val="FFFFFF"/>
                </a:solidFill>
              </a:rPr>
              <a:t>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6C24E1-32CB-1B58-64D8-91F7B81B0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/>
              <a:t>Bir öğrenci sisteme giriş yaptığında ilk olarak kendi bilgilerini onun da altında danışman hocasının bilgilerini görebiliyor .</a:t>
            </a:r>
          </a:p>
          <a:p>
            <a:r>
              <a:rPr lang="tr-TR" dirty="0"/>
              <a:t>‘Derslerim’ butonuna tıklayarak seçmiş olduğu dersleri  görebiliyor.</a:t>
            </a:r>
          </a:p>
          <a:p>
            <a:r>
              <a:rPr lang="tr-TR" dirty="0"/>
              <a:t>‘Ders Seçim Yap’ butonuna tıklayarak  ders seçimi yapıp onaylanmak üzere danışman hocasına gönderebiliyor.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2803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BC086E-C96C-7A4A-BCF5-7D08F5A4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-Akademisyen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886F750-E5AC-1713-5D1F-333B8E03C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" y="1622744"/>
            <a:ext cx="11968483" cy="5235255"/>
          </a:xfrm>
        </p:spPr>
      </p:pic>
    </p:spTree>
    <p:extLst>
      <p:ext uri="{BB962C8B-B14F-4D97-AF65-F5344CB8AC3E}">
        <p14:creationId xmlns:p14="http://schemas.microsoft.com/office/powerpoint/2010/main" val="283259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8766FF0-0354-BFBA-618D-FFB6D25F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3600" dirty="0">
                <a:solidFill>
                  <a:srgbClr val="FFFFFF"/>
                </a:solidFill>
              </a:rPr>
              <a:t>Akademisyen ekranı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27F0961-8056-1B0E-AAA8-DDBC638F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40" y="1825625"/>
            <a:ext cx="6385560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Bir akademisyen sisteme giriş yaptıktan sonra Kendi bilgilerini  görebiliyor.</a:t>
            </a:r>
          </a:p>
          <a:p>
            <a:r>
              <a:rPr lang="tr-TR" dirty="0"/>
              <a:t>‘</a:t>
            </a:r>
            <a:r>
              <a:rPr lang="tr-TR" dirty="0" err="1"/>
              <a:t>Ögrencilerim</a:t>
            </a:r>
            <a:r>
              <a:rPr lang="tr-TR" dirty="0"/>
              <a:t>’ butonuna tıklayarak danışmanlık yaptığı </a:t>
            </a:r>
            <a:r>
              <a:rPr lang="tr-TR" dirty="0" err="1"/>
              <a:t>Ögrencileri</a:t>
            </a:r>
            <a:r>
              <a:rPr lang="tr-TR" dirty="0"/>
              <a:t> görebiliyor .</a:t>
            </a:r>
          </a:p>
          <a:p>
            <a:r>
              <a:rPr lang="tr-TR" dirty="0" err="1"/>
              <a:t>Ögrencilerin</a:t>
            </a:r>
            <a:r>
              <a:rPr lang="tr-TR" dirty="0"/>
              <a:t> yanında bulunan ‘seçimler’ butonuna tıklayarak öğrencilerin  yaptığı ders seçimlerini görüp onaylayabiliyor veya </a:t>
            </a:r>
            <a:r>
              <a:rPr lang="tr-TR" dirty="0" err="1"/>
              <a:t>reddebiliyor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74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D5FBF9D-D71C-A8C5-019F-2D1113B0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 sınıfı-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r>
              <a:rPr lang="tr-TR" sz="4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68442929-A605-4A4B-BE77-4F0553931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B13110C8-4418-A4BE-7997-A036B55DA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58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114FD2C-87DD-7E55-6071-27347D88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Student</a:t>
            </a:r>
            <a:r>
              <a:rPr lang="tr-TR" dirty="0">
                <a:solidFill>
                  <a:srgbClr val="FFFFFF"/>
                </a:solidFill>
              </a:rPr>
              <a:t> sınıfı için GET </a:t>
            </a:r>
            <a:r>
              <a:rPr lang="tr-TR" dirty="0" err="1">
                <a:solidFill>
                  <a:srgbClr val="FFFFFF"/>
                </a:solidFill>
              </a:rPr>
              <a:t>apisi</a:t>
            </a:r>
            <a:r>
              <a:rPr lang="tr-TR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D96D59-9A5A-AE43-6EFD-3C8DB3AA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apisini</a:t>
            </a:r>
            <a:r>
              <a:rPr lang="tr-TR" dirty="0"/>
              <a:t> kullanarak veri tabanında bütün öğrencileri listeleyebiliriz .</a:t>
            </a:r>
          </a:p>
          <a:p>
            <a:r>
              <a:rPr lang="tr-TR" dirty="0"/>
              <a:t>Aynı zamanda akademisyen sayfasında öğrencilerim butonuna tıklandığında bu </a:t>
            </a:r>
            <a:r>
              <a:rPr lang="tr-TR" dirty="0" err="1"/>
              <a:t>api</a:t>
            </a:r>
            <a:r>
              <a:rPr lang="tr-TR" dirty="0"/>
              <a:t> aracılığıyla öğrencileri listeliyoruz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730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0A7D00-8D39-D119-24F4-552369C8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FD0E06E-2C65-C7AB-A086-696A14D28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575" y="1586706"/>
            <a:ext cx="12365015" cy="35745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3216B60-EB3B-7FE5-261E-EAB8390F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4164"/>
            <a:ext cx="12080240" cy="174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8752A06-868A-D3FE-0DB1-0473A506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013772-ACC9-55C6-68E1-E3BD35F1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Post metodu ile de </a:t>
            </a:r>
            <a:r>
              <a:rPr lang="tr-TR" sz="2200" dirty="0" err="1"/>
              <a:t>backend</a:t>
            </a:r>
            <a:r>
              <a:rPr lang="tr-TR" sz="2200" dirty="0"/>
              <a:t> aracılığıyla </a:t>
            </a:r>
            <a:r>
              <a:rPr lang="tr-TR" sz="2200" dirty="0" err="1"/>
              <a:t>api</a:t>
            </a:r>
            <a:r>
              <a:rPr lang="tr-TR" sz="2200" dirty="0"/>
              <a:t> kullanarak </a:t>
            </a:r>
            <a:r>
              <a:rPr lang="tr-TR" sz="2200" dirty="0" err="1"/>
              <a:t>veritabanına</a:t>
            </a:r>
            <a:r>
              <a:rPr lang="tr-TR" sz="2200" dirty="0"/>
              <a:t> ve sisteme öğrenci ekliyoruz.</a:t>
            </a:r>
          </a:p>
          <a:p>
            <a:endParaRPr lang="tr-TR" sz="2200" dirty="0"/>
          </a:p>
          <a:p>
            <a:r>
              <a:rPr lang="tr-TR" sz="2200" dirty="0" err="1"/>
              <a:t>Eger</a:t>
            </a:r>
            <a:r>
              <a:rPr lang="tr-TR" sz="2200" dirty="0"/>
              <a:t> akademisyen sınıfına ‘Öğrenci Ekle’ butonu eklenirse POST </a:t>
            </a:r>
            <a:r>
              <a:rPr lang="tr-TR" sz="2200" dirty="0" err="1"/>
              <a:t>apisi</a:t>
            </a:r>
            <a:r>
              <a:rPr lang="tr-TR" sz="2200" dirty="0"/>
              <a:t> aracılığıyla </a:t>
            </a:r>
          </a:p>
          <a:p>
            <a:pPr marL="0" indent="0">
              <a:buNone/>
            </a:pPr>
            <a:r>
              <a:rPr lang="tr-TR" sz="2200" dirty="0"/>
              <a:t>    </a:t>
            </a:r>
            <a:r>
              <a:rPr lang="tr-TR" sz="2200" dirty="0" err="1"/>
              <a:t>Ögrenci</a:t>
            </a:r>
            <a:r>
              <a:rPr lang="tr-TR" sz="2200" dirty="0"/>
              <a:t> ekleyebiliriz bir önceki sayfadaki örnekte olduğu gibi .</a:t>
            </a:r>
          </a:p>
        </p:txBody>
      </p:sp>
    </p:spTree>
    <p:extLst>
      <p:ext uri="{BB962C8B-B14F-4D97-AF65-F5344CB8AC3E}">
        <p14:creationId xmlns:p14="http://schemas.microsoft.com/office/powerpoint/2010/main" val="87606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991B73-C76D-C061-97D5-5A66EACF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84DC2A7-6FAD-6A6D-08CA-439534E75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" y="1580015"/>
            <a:ext cx="12192002" cy="40317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3E89EDB-2EA6-3CCB-82CE-879C6284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618480"/>
            <a:ext cx="12192006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47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4F01BA0-247C-BEF7-826A-CC753BFA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136B65-80CF-224C-A351-7EEE1568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Put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 hakkındaki bir bilgiyi değiştirebiliyoruz .</a:t>
            </a:r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öğrencinin değiştirmek istediğimiz bilgisini </a:t>
            </a:r>
            <a:r>
              <a:rPr lang="tr-TR" sz="2200" dirty="0" err="1"/>
              <a:t>veritabanıyla</a:t>
            </a:r>
            <a:r>
              <a:rPr lang="tr-TR" sz="2200" dirty="0"/>
              <a:t> uğraşmadan bu aracı ile halledebiliyoruz.</a:t>
            </a:r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</a:t>
            </a:r>
            <a:r>
              <a:rPr lang="tr-TR" sz="2200" dirty="0"/>
              <a:t> Bilgilerini Düzenle 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</a:t>
            </a:r>
            <a:r>
              <a:rPr lang="tr-TR" sz="2200" dirty="0" err="1"/>
              <a:t>sorgulanı</a:t>
            </a:r>
            <a:r>
              <a:rPr lang="tr-TR" sz="2200" dirty="0"/>
              <a:t> bilmek zorunda kalmaz put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halledir.</a:t>
            </a:r>
          </a:p>
        </p:txBody>
      </p:sp>
    </p:spTree>
    <p:extLst>
      <p:ext uri="{BB962C8B-B14F-4D97-AF65-F5344CB8AC3E}">
        <p14:creationId xmlns:p14="http://schemas.microsoft.com/office/powerpoint/2010/main" val="4955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CE7A722-CC6F-B44F-68A4-D59C2B28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8A76FFA-2EDD-10A3-CDE1-CEF15C1B4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" y="1586706"/>
            <a:ext cx="12192007" cy="3798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45AAED8-3586-5FA6-4033-6DDCE392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" y="5384800"/>
            <a:ext cx="12192009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1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E7C390-5D56-38B6-5D5B-0D53AC70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8D0EDD-51D3-F3AA-ED6D-6B05D4078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2423160"/>
            <a:ext cx="11079480" cy="3753803"/>
          </a:xfrm>
        </p:spPr>
        <p:txBody>
          <a:bodyPr>
            <a:normAutofit/>
          </a:bodyPr>
          <a:lstStyle/>
          <a:p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öğrenciyi veri tabanı ile </a:t>
            </a:r>
            <a:r>
              <a:rPr lang="tr-TR" sz="2200" dirty="0" err="1"/>
              <a:t>etkileişme</a:t>
            </a:r>
            <a:r>
              <a:rPr lang="tr-TR" sz="2200" dirty="0"/>
              <a:t> girmeden </a:t>
            </a:r>
            <a:r>
              <a:rPr lang="tr-TR" sz="2200" dirty="0" err="1"/>
              <a:t>api</a:t>
            </a:r>
            <a:r>
              <a:rPr lang="tr-TR" sz="2200" dirty="0"/>
              <a:t> </a:t>
            </a:r>
            <a:r>
              <a:rPr lang="tr-TR" sz="2200" dirty="0" err="1"/>
              <a:t>aracalığıyla</a:t>
            </a:r>
            <a:r>
              <a:rPr lang="tr-TR" sz="2200" dirty="0"/>
              <a:t> silebiliyoruz.</a:t>
            </a:r>
          </a:p>
          <a:p>
            <a:endParaRPr lang="tr-TR" sz="2200" dirty="0"/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öğrenciyi siliyoruz.</a:t>
            </a:r>
          </a:p>
          <a:p>
            <a:endParaRPr lang="tr-TR" sz="2200" dirty="0"/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Ögrenciyi</a:t>
            </a:r>
            <a:r>
              <a:rPr lang="tr-TR" sz="2200" dirty="0"/>
              <a:t> Sil’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sorgularını bilmek zorunda kalmaz </a:t>
            </a:r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öğrenciyi silebilir.</a:t>
            </a:r>
          </a:p>
          <a:p>
            <a:endParaRPr lang="tr-TR" sz="2200" dirty="0"/>
          </a:p>
          <a:p>
            <a:endParaRPr lang="tr-TR" sz="2200" dirty="0"/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42113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B6AC16-C7D3-1B70-044A-8F059FC4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73EE143-03C8-0774-0DA1-802AA8FDF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94409"/>
            <a:ext cx="12192000" cy="5363591"/>
          </a:xfrm>
        </p:spPr>
      </p:pic>
    </p:spTree>
    <p:extLst>
      <p:ext uri="{BB962C8B-B14F-4D97-AF65-F5344CB8AC3E}">
        <p14:creationId xmlns:p14="http://schemas.microsoft.com/office/powerpoint/2010/main" val="98441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E594C7E-FDE5-A77E-FA88-44F3FB12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Academician</a:t>
            </a:r>
            <a:r>
              <a:rPr lang="tr-TR" sz="5400" dirty="0">
                <a:solidFill>
                  <a:srgbClr val="FFFFFF"/>
                </a:solidFill>
              </a:rPr>
              <a:t> sınıfı için GET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E318DD-73C7-D07A-A832-57054FCD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 err="1"/>
              <a:t>Get</a:t>
            </a:r>
            <a:r>
              <a:rPr lang="tr-TR" sz="3200" dirty="0"/>
              <a:t> </a:t>
            </a:r>
            <a:r>
              <a:rPr lang="tr-TR" sz="3200" dirty="0" err="1"/>
              <a:t>apisini</a:t>
            </a:r>
            <a:r>
              <a:rPr lang="tr-TR" sz="3200" dirty="0"/>
              <a:t> kullanarak veri tabanında bütün </a:t>
            </a:r>
            <a:r>
              <a:rPr lang="tr-TR" sz="3200" dirty="0" err="1"/>
              <a:t>academisyenleri</a:t>
            </a:r>
            <a:r>
              <a:rPr lang="tr-TR" sz="3200" dirty="0"/>
              <a:t> listeleyebiliriz .</a:t>
            </a:r>
          </a:p>
          <a:p>
            <a:endParaRPr lang="tr-TR" sz="3200" dirty="0"/>
          </a:p>
          <a:p>
            <a:r>
              <a:rPr lang="tr-TR" sz="3200" dirty="0"/>
              <a:t>Eğer bir buton ekleyip akademisyenleri listelemek istersek bu </a:t>
            </a:r>
            <a:r>
              <a:rPr lang="tr-TR" sz="3200" dirty="0" err="1"/>
              <a:t>api</a:t>
            </a:r>
            <a:r>
              <a:rPr lang="tr-TR" sz="3200" dirty="0"/>
              <a:t> aracılığıyla veri tabanına erişebiliriz(örneğin admin panelinde kullanılabilir.)</a:t>
            </a:r>
          </a:p>
        </p:txBody>
      </p:sp>
    </p:spTree>
    <p:extLst>
      <p:ext uri="{BB962C8B-B14F-4D97-AF65-F5344CB8AC3E}">
        <p14:creationId xmlns:p14="http://schemas.microsoft.com/office/powerpoint/2010/main" val="24372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958E6F7-2792-C37B-F98D-7FC72DF7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17F9960-701C-A776-7896-188FEE653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5"/>
            <a:ext cx="12192000" cy="4256311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A5D934F-5EFD-2885-0DB8-028CD91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3016"/>
            <a:ext cx="12192000" cy="89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34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FBE6144-F756-A736-A497-B7FF698E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09B155-5830-CD85-7DB9-34C6B02E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Post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sisteme akademisyen ekliyoruz.</a:t>
            </a:r>
          </a:p>
          <a:p>
            <a:endParaRPr lang="tr-TR" sz="3200" dirty="0"/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Ekle’ butonu eklenirse POST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ekleyebiliriz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1413455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655788F-CAD4-BFE8-C635-AD64A296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9EFE13C-530A-C973-D785-A4F6AEB1F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" y="1586706"/>
            <a:ext cx="12192004" cy="4052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855AB14-0CE4-7577-5655-0ABA0988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" y="5638800"/>
            <a:ext cx="121919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3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F9F07C-EE1B-7103-AF09-30794ADC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52051B-EA62-BA6E-BDC7-18AF4D9E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Put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sistemdeki bir akademisyenin bilgilerini </a:t>
            </a:r>
            <a:r>
              <a:rPr lang="tr-TR" sz="3200" dirty="0" err="1"/>
              <a:t>degiştiriyoruz</a:t>
            </a:r>
            <a:r>
              <a:rPr lang="tr-TR" sz="3200" dirty="0"/>
              <a:t>.</a:t>
            </a:r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Bilgilerini Güncelle’ butonu eklenirse PUT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bilgilerini güncelleyebiliriz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340610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AB8531-83F2-5E93-4E07-D085DC82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88E5904-4D06-CC3A-18E3-F39595CEF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ABC3F0A-139B-B040-F174-B3615F22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6" y="5271294"/>
            <a:ext cx="12116919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6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692040F-098E-0C70-E6B3-07909F6D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B3E4AD-2ACE-BD30-EAD4-9AD9BCC4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akademisyenin bilgilerini siliyoruz.</a:t>
            </a:r>
          </a:p>
          <a:p>
            <a:endParaRPr lang="tr-TR" dirty="0"/>
          </a:p>
          <a:p>
            <a:r>
              <a:rPr lang="tr-TR" dirty="0" err="1"/>
              <a:t>Eger</a:t>
            </a:r>
            <a:r>
              <a:rPr lang="tr-TR" dirty="0"/>
              <a:t> admin sayfası oluşturulur ve ‘akademisyeni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akademisyen bilgilerini </a:t>
            </a:r>
            <a:r>
              <a:rPr lang="tr-TR" dirty="0" err="1"/>
              <a:t>silebilriz</a:t>
            </a:r>
            <a:r>
              <a:rPr lang="tr-TR" dirty="0"/>
              <a:t>    bir önceki sayfadaki örnekte olduğu gibi .</a:t>
            </a: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516134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5D5990-5519-D698-705C-09A6458F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EA73D31-FCF3-5AD8-EF03-FB52B145C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7432"/>
            <a:ext cx="12191996" cy="389912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90EAB06-F71C-08A5-6BDD-CFEAF264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3250"/>
            <a:ext cx="12263120" cy="1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07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18054B-885B-D7DE-D4D0-B6B94381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GET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97746A-5BA5-86C6-1820-E9FCBBDD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 err="1"/>
              <a:t>Get</a:t>
            </a:r>
            <a:r>
              <a:rPr lang="tr-TR" sz="2800" dirty="0"/>
              <a:t> </a:t>
            </a:r>
            <a:r>
              <a:rPr lang="tr-TR" sz="2800" dirty="0" err="1"/>
              <a:t>apisini</a:t>
            </a:r>
            <a:r>
              <a:rPr lang="tr-TR" sz="2800" dirty="0"/>
              <a:t> kullanarak veri tabanında bütün dersleri listeleyebiliriz .</a:t>
            </a:r>
          </a:p>
          <a:p>
            <a:endParaRPr lang="tr-TR" sz="2800" dirty="0"/>
          </a:p>
          <a:p>
            <a:r>
              <a:rPr lang="tr-TR" sz="2800" dirty="0"/>
              <a:t>Eğer bir buton ekleyip dersleri listelemek istersek bu </a:t>
            </a:r>
            <a:r>
              <a:rPr lang="tr-TR" sz="2800" dirty="0" err="1"/>
              <a:t>api</a:t>
            </a:r>
            <a:r>
              <a:rPr lang="tr-TR" sz="2800" dirty="0"/>
              <a:t> aracılığıyla veri tabanına erişebiliriz .</a:t>
            </a:r>
          </a:p>
          <a:p>
            <a:r>
              <a:rPr lang="tr-TR" dirty="0"/>
              <a:t>Örneğin öğrenci ekranında derslerim butonuna tıklandığında bu </a:t>
            </a:r>
            <a:r>
              <a:rPr lang="tr-TR" dirty="0" err="1"/>
              <a:t>api</a:t>
            </a:r>
            <a:r>
              <a:rPr lang="tr-TR" dirty="0"/>
              <a:t> çalışır</a:t>
            </a:r>
            <a:endParaRPr lang="tr-TR" sz="28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7578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16A4D1B-DC36-47DB-BD3C-B3781D39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0D77C34-D294-0084-0A6E-06CBB04B7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402161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3A77DD3-9400-7DF7-B358-F1EC9EAB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48934"/>
            <a:ext cx="1219199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01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E0CC57C-FB12-BDB0-C68F-A1467155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POST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ECD55-43B7-EAAD-901D-26D4A586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Post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sisteme ders ekliyoruz.</a:t>
            </a:r>
          </a:p>
          <a:p>
            <a:endParaRPr lang="tr-TR" sz="2800" dirty="0"/>
          </a:p>
          <a:p>
            <a:r>
              <a:rPr lang="tr-TR" sz="2800" dirty="0"/>
              <a:t>Akademisyen sayfasında  ‘Ders Ekle’ butonu eklenirse POST </a:t>
            </a:r>
            <a:r>
              <a:rPr lang="tr-TR" sz="2800" dirty="0" err="1"/>
              <a:t>apisi</a:t>
            </a:r>
            <a:r>
              <a:rPr lang="tr-TR" sz="2800" dirty="0"/>
              <a:t> aracılığıyla ders ekleyebiliriz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9946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1501DDB-46D7-2DF9-0C72-2859317C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C42E63C-3ABF-64FE-FAFE-D69B0EFC8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" y="1462385"/>
            <a:ext cx="12192007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1D4D923-C153-24D3-203E-1D442DB7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2852"/>
            <a:ext cx="12191996" cy="165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02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E1BEA3-E853-7049-B853-A95C049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PUT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2A5BD9-7DF7-7DDD-2D91-727B8EFB9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Put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sistemdeki bir dersin bilgilerini </a:t>
            </a:r>
            <a:r>
              <a:rPr lang="tr-TR" sz="2800" dirty="0" err="1"/>
              <a:t>degiştiriyoruz</a:t>
            </a:r>
            <a:r>
              <a:rPr lang="tr-TR" sz="2800" dirty="0"/>
              <a:t>.</a:t>
            </a:r>
          </a:p>
          <a:p>
            <a:r>
              <a:rPr lang="tr-TR" sz="2800" dirty="0"/>
              <a:t>Akademisyen sayfasında  ‘Ders Bilgilerini Güncelle’ butonu eklenirse PUT </a:t>
            </a:r>
            <a:r>
              <a:rPr lang="tr-TR" sz="2800" dirty="0" err="1"/>
              <a:t>apisi</a:t>
            </a:r>
            <a:r>
              <a:rPr lang="tr-TR" sz="2800" dirty="0"/>
              <a:t> aracılığıyla ders bilgilerini güncelleyebiliriz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2873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DA0F081-7CD7-2B5A-8C0F-DE8BF649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20FE2CE-65C7-8C65-83D8-E0E780AFD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88A805C-B19C-EF0D-A039-EE273387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5271294"/>
            <a:ext cx="12192003" cy="15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1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D8B980-2BEC-391B-A4A6-3FB9EB24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DELETE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E5DBD-1829-E454-FA69-7E7A6E5F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dersin bilgilerini siliyoruz.</a:t>
            </a:r>
          </a:p>
          <a:p>
            <a:endParaRPr lang="tr-TR" dirty="0"/>
          </a:p>
          <a:p>
            <a:r>
              <a:rPr lang="tr-TR" dirty="0"/>
              <a:t>Akademisyen sayfasında ‘Dersi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id ile ders bilgilerini silebiliriz    bir önceki sayfadaki örnekte olduğu gibi .</a:t>
            </a:r>
          </a:p>
          <a:p>
            <a:endParaRPr lang="tr-TR" sz="22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3282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9341BF-81B8-5FCB-EA87-6DB44D9A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36FF59C-D6C0-6E48-E69B-EBD036FFB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96F7D06-0A5F-DD2D-338A-743D90B24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5271293"/>
            <a:ext cx="11816083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56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B5ED19C-FD68-FC03-1A09-BF4332A1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Get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ACB714-3DDB-AF28-D36F-12AE0672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Get</a:t>
            </a:r>
            <a:r>
              <a:rPr lang="tr-TR" sz="2400" dirty="0"/>
              <a:t> </a:t>
            </a:r>
            <a:r>
              <a:rPr lang="tr-TR" sz="2400" dirty="0" err="1"/>
              <a:t>apisini</a:t>
            </a:r>
            <a:r>
              <a:rPr lang="tr-TR" sz="2400" dirty="0"/>
              <a:t> kullanarak veri tabanında bütün kullanıcıları listeleyebiliriz .</a:t>
            </a:r>
          </a:p>
          <a:p>
            <a:endParaRPr lang="tr-TR" sz="2400" dirty="0"/>
          </a:p>
          <a:p>
            <a:r>
              <a:rPr lang="tr-TR" sz="2400" dirty="0"/>
              <a:t>Eğer bir buton ekleyip kullanıcıları listelemek istersek bu </a:t>
            </a:r>
            <a:r>
              <a:rPr lang="tr-TR" sz="2400" dirty="0" err="1"/>
              <a:t>api</a:t>
            </a:r>
            <a:r>
              <a:rPr lang="tr-TR" sz="2400" dirty="0"/>
              <a:t> aracılığıyla veri tabanına erişebiliriz .</a:t>
            </a:r>
          </a:p>
          <a:p>
            <a:r>
              <a:rPr lang="tr-TR" sz="2400" dirty="0"/>
              <a:t>Örneğin admin ekranında ‘kullanıcılar ’butonuna tıklandığında bu </a:t>
            </a:r>
            <a:r>
              <a:rPr lang="tr-TR" sz="2400" dirty="0" err="1"/>
              <a:t>api</a:t>
            </a:r>
            <a:r>
              <a:rPr lang="tr-TR" sz="2400" dirty="0"/>
              <a:t> çalışır.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056871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D659DE6-B115-011F-28EA-1B281F7BF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91C91EE-3D76-F3C1-C5F9-01D185AE3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23BE82F-248C-214F-D7EC-286EC7F3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4" y="5312067"/>
            <a:ext cx="1219199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08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A5A8BE-31AD-AFBA-2A7D-DDCF287E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D02692-29FE-55E2-1A2F-EE6D06504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Post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sisteme kullanıcı ekliyoruz.</a:t>
            </a:r>
          </a:p>
          <a:p>
            <a:endParaRPr lang="tr-TR" sz="2400" dirty="0"/>
          </a:p>
          <a:p>
            <a:r>
              <a:rPr lang="tr-TR" sz="2400" dirty="0"/>
              <a:t>Admin sayfasında  ‘Kullanıcı Ekle’ butonu eklenirse POST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ekleyebiliriz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9E361EE-175D-F93B-5636-75DB1CFA7B1A}"/>
              </a:ext>
            </a:extLst>
          </p:cNvPr>
          <p:cNvSpPr txBox="1"/>
          <p:nvPr/>
        </p:nvSpPr>
        <p:spPr>
          <a:xfrm>
            <a:off x="3047238" y="219789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sz="1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1408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2DEF1B-342C-4E55-37D2-3D8FA670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–User-Put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619CEE-BE6D-1AFE-3801-56B3A236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tr-TR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1F7B7F6-E974-02E1-30D2-C5FC1A76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1597432"/>
            <a:ext cx="12191998" cy="413280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B2A0AEB-7A2C-E605-1B6C-ECA1AB4B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760370"/>
            <a:ext cx="12049766" cy="10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3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B48E6DC-B0D9-4123-27AF-68C392A9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AB1A68-2ED2-93BA-2310-EA683FCE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Put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</a:t>
            </a:r>
            <a:r>
              <a:rPr lang="tr-TR" sz="2400" dirty="0" err="1"/>
              <a:t>degiştiriyoruz</a:t>
            </a:r>
            <a:r>
              <a:rPr lang="tr-TR" sz="2400" dirty="0"/>
              <a:t>.</a:t>
            </a:r>
          </a:p>
          <a:p>
            <a:r>
              <a:rPr lang="tr-TR" sz="2400" dirty="0"/>
              <a:t>Admin sayfasında  ‘Kullanıcı Bilgilerini Güncelle’ butonu eklenirse PUT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bilgilerini güncelleyebiliriz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4080666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42A234-79AC-0F06-9CBE-AE0864E3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6EC5FAC-B5F9-6CFF-600C-5D91FA00B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3465779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D1AD36E-510D-A5BA-4932-CEF8963D0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6520"/>
            <a:ext cx="1219200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57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5B82842-99DC-059F-9792-6ACC51C9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pPr algn="ctr"/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6B44CC-C21D-6479-B321-CEE33121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Delete</a:t>
            </a:r>
            <a:r>
              <a:rPr lang="tr-TR" sz="2400" dirty="0"/>
              <a:t>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delete</a:t>
            </a:r>
            <a:r>
              <a:rPr lang="tr-TR" sz="2400" dirty="0"/>
              <a:t> </a:t>
            </a:r>
            <a:r>
              <a:rPr lang="tr-TR" sz="2400" dirty="0" err="1"/>
              <a:t>apisi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siliyoruz.</a:t>
            </a:r>
          </a:p>
          <a:p>
            <a:endParaRPr lang="tr-TR" sz="2400" dirty="0"/>
          </a:p>
          <a:p>
            <a:r>
              <a:rPr lang="tr-TR" sz="2400" dirty="0"/>
              <a:t>Admin sayfasında ‘Kullanıcı Sil’ butonu eklenirse DELETE </a:t>
            </a:r>
            <a:r>
              <a:rPr lang="tr-TR" sz="2400" dirty="0" err="1"/>
              <a:t>apisi</a:t>
            </a:r>
            <a:r>
              <a:rPr lang="tr-TR" sz="2400" dirty="0"/>
              <a:t> aracılığıyla id ile Kullanıcı bilgilerini silebiliriz    bir önceki sayfadaki örnekte olduğu gibi .</a:t>
            </a:r>
          </a:p>
          <a:p>
            <a:endParaRPr lang="tr-TR" sz="2000" dirty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7522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093037F428EA0498F2A1A99A637E6FB" ma:contentTypeVersion="5" ma:contentTypeDescription="Yeni belge oluşturun." ma:contentTypeScope="" ma:versionID="74b4485989e77f8ef7357243d4c110a0">
  <xsd:schema xmlns:xsd="http://www.w3.org/2001/XMLSchema" xmlns:xs="http://www.w3.org/2001/XMLSchema" xmlns:p="http://schemas.microsoft.com/office/2006/metadata/properties" xmlns:ns3="0ac5c887-ea44-4551-8128-fe49322b2709" targetNamespace="http://schemas.microsoft.com/office/2006/metadata/properties" ma:root="true" ma:fieldsID="7db7a620de11706ae9b262be52d228cd" ns3:_="">
    <xsd:import namespace="0ac5c887-ea44-4551-8128-fe49322b27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5c887-ea44-4551-8128-fe49322b27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F635F1-4B6C-4ABF-9C80-9F722A1440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110666-22ED-43A3-8FC7-EF82604E5B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c5c887-ea44-4551-8128-fe49322b27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A1B471-7FF6-46C5-82CF-9D2D0E64D97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0ac5c887-ea44-4551-8128-fe49322b270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1074</Words>
  <Application>Microsoft Office PowerPoint</Application>
  <PresentationFormat>Geniş ekran</PresentationFormat>
  <Paragraphs>118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7" baseType="lpstr">
      <vt:lpstr>Angsana New</vt:lpstr>
      <vt:lpstr>Aptos</vt:lpstr>
      <vt:lpstr>Aptos Display</vt:lpstr>
      <vt:lpstr>Arial</vt:lpstr>
      <vt:lpstr>Office Teması</vt:lpstr>
      <vt:lpstr>Öğrenci Akademisyen Yönetim Sistemi Sunumu </vt:lpstr>
      <vt:lpstr>PowerPoint Sunusu</vt:lpstr>
      <vt:lpstr>Varlıklar ve İlişkileri</vt:lpstr>
      <vt:lpstr>Varlıklar ve İlişkiler</vt:lpstr>
      <vt:lpstr>Fronted –Giriş Ekranı</vt:lpstr>
      <vt:lpstr>Giriş Ekranı Hakkında Bilgiler</vt:lpstr>
      <vt:lpstr>Fronted-Öğrenci Ekranı</vt:lpstr>
      <vt:lpstr>Ögrenci ekranı hakkında bilgiler</vt:lpstr>
      <vt:lpstr>Fronted-Akademisyen Ekranı</vt:lpstr>
      <vt:lpstr>Akademisyen ekranı hakkında bilgiler</vt:lpstr>
      <vt:lpstr>Api Testleri –Student sınıfı-Get </vt:lpstr>
      <vt:lpstr>Student sınıfı için GET apisi hakkında bilgiler</vt:lpstr>
      <vt:lpstr>Api Testleri –Student-Post</vt:lpstr>
      <vt:lpstr>Post apisi hakkında bilgiler</vt:lpstr>
      <vt:lpstr>Api Testleri –Student-Put</vt:lpstr>
      <vt:lpstr>Put apisi hakkında bilgiler</vt:lpstr>
      <vt:lpstr>Api Testleri –Student-Delete</vt:lpstr>
      <vt:lpstr>Delete apisi hakkında bilgiler</vt:lpstr>
      <vt:lpstr>Api Testleri –Academician-Get</vt:lpstr>
      <vt:lpstr>Academician sınıfı için GET apisi hakkında bilgiler</vt:lpstr>
      <vt:lpstr>Api Testleri –Academician-Post</vt:lpstr>
      <vt:lpstr>Post apisi hakkında bilgiler</vt:lpstr>
      <vt:lpstr>Api Testleri –Academician-Put</vt:lpstr>
      <vt:lpstr>Put apisi hakkında bilgiler</vt:lpstr>
      <vt:lpstr>Api Testleri –Academician-Delete</vt:lpstr>
      <vt:lpstr>Delete apisi hakkında bilgiler</vt:lpstr>
      <vt:lpstr>Api Testleri –Course-Get</vt:lpstr>
      <vt:lpstr>Course sınıfı için GET apisi hakkında bilgiler</vt:lpstr>
      <vt:lpstr>Api Testleri –Course-Post</vt:lpstr>
      <vt:lpstr>Course sınıfı için POST apisi hakkında bilgiler</vt:lpstr>
      <vt:lpstr>Api Testleri –Course-Put</vt:lpstr>
      <vt:lpstr>Course sınıfı için PUT apisi hakkında bilgiler</vt:lpstr>
      <vt:lpstr>Api Testleri –Course-Delete</vt:lpstr>
      <vt:lpstr>Course sınıfı için DELETE apisi hakkında bilgiler</vt:lpstr>
      <vt:lpstr>Api Testleri –User-Get</vt:lpstr>
      <vt:lpstr>User sınıfı için Get apisi hakkında bilgiler</vt:lpstr>
      <vt:lpstr>Api Testleri –User-Post</vt:lpstr>
      <vt:lpstr>User sınıfı için Post apisi hakkında bilgiler</vt:lpstr>
      <vt:lpstr>Api Testleri –User-Put</vt:lpstr>
      <vt:lpstr>User sınıfı için Put apisi hakkında bilgiler</vt:lpstr>
      <vt:lpstr>Api Testleri –User-Delete</vt:lpstr>
      <vt:lpstr>User sınıfı için Delete apisi hakkında bilgiler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AYDINALP</dc:creator>
  <cp:lastModifiedBy>MAHMUT AYDINALP</cp:lastModifiedBy>
  <cp:revision>4</cp:revision>
  <dcterms:created xsi:type="dcterms:W3CDTF">2024-12-22T17:43:54Z</dcterms:created>
  <dcterms:modified xsi:type="dcterms:W3CDTF">2024-12-23T20:05:46Z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0x010100C093037F428EA0498F2A1A99A637E6FB</vt:lpwstr>
  </property>
</Properties>
</file>